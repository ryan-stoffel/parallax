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Ember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Q4 planning review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we ship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Self-updating knowledge graph</a:t>
            </a:r>
          </a:p>
          <a:p>
            <a:r>
              <a:t>MCP server for any agent</a:t>
            </a:r>
          </a:p>
          <a:p>
            <a:r>
              <a:t>Hosted and self-hosted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Schedule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Prototype Nov 14, pilot Jan 30, launch Apr 15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